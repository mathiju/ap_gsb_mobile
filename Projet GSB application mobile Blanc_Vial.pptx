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6.xml"/><Relationship Id="rId22" Type="http://schemas.openxmlformats.org/officeDocument/2006/relationships/font" Target="fonts/MavenPro-regular.fntdata"/><Relationship Id="rId10" Type="http://schemas.openxmlformats.org/officeDocument/2006/relationships/slide" Target="slides/slide5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aven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.fntdata"/><Relationship Id="rId6" Type="http://schemas.openxmlformats.org/officeDocument/2006/relationships/slide" Target="slides/slide1.xml"/><Relationship Id="rId18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df37d4dc0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df37d4dc0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df37d4dc0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df37d4dc0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f37d4dc0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df37d4dc0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df37d4dc0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df37d4dc0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de42bdc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1de42bdc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df37d4dc0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df37d4dc0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df37d4dc0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df37d4dc0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df37d4dc0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df37d4dc0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df37d4dc0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df37d4dc0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df37d4dc0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df37d4dc0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df37d4dc0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df37d4dc0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4.png"/><Relationship Id="rId10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277" name="Google Shape;2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3"/>
          <p:cNvSpPr txBox="1"/>
          <p:nvPr>
            <p:ph idx="4294967295" type="ctrTitle"/>
          </p:nvPr>
        </p:nvSpPr>
        <p:spPr>
          <a:xfrm>
            <a:off x="694900" y="798425"/>
            <a:ext cx="6613800" cy="23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GSB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application mobile de gestion de frais </a:t>
            </a:r>
            <a:endParaRPr sz="2400"/>
          </a:p>
        </p:txBody>
      </p:sp>
      <p:sp>
        <p:nvSpPr>
          <p:cNvPr id="279" name="Google Shape;279;p13"/>
          <p:cNvSpPr txBox="1"/>
          <p:nvPr>
            <p:ph idx="4294967295" type="subTitle"/>
          </p:nvPr>
        </p:nvSpPr>
        <p:spPr>
          <a:xfrm>
            <a:off x="60350" y="47229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200"/>
              <a:t>Réalisée par Blanc Mathilda et Vial Julie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284" name="Google Shape;2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/>
          <p:nvPr>
            <p:ph idx="4294967295" type="ctrTitle"/>
          </p:nvPr>
        </p:nvSpPr>
        <p:spPr>
          <a:xfrm>
            <a:off x="309800" y="217450"/>
            <a:ext cx="8498400" cy="48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Sommaire 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fr" sz="2400"/>
              <a:t>Introduction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fr" sz="2400"/>
              <a:t>Logiciels utilisés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fr" sz="2400"/>
              <a:t>Charte graphique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fr" sz="2400"/>
              <a:t>UML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fr" sz="2400"/>
              <a:t>Présentation maquette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fr" sz="2400"/>
              <a:t>Test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fr" sz="2400"/>
              <a:t>Diagramme de Gantt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fr" sz="2400"/>
              <a:t>Conclusion 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290" name="Google Shape;2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5"/>
          <p:cNvSpPr txBox="1"/>
          <p:nvPr>
            <p:ph idx="4294967295" type="ctrTitle"/>
          </p:nvPr>
        </p:nvSpPr>
        <p:spPr>
          <a:xfrm>
            <a:off x="517525" y="643250"/>
            <a:ext cx="3414300" cy="8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100"/>
              <a:t>Introduction</a:t>
            </a:r>
            <a:endParaRPr sz="3100"/>
          </a:p>
        </p:txBody>
      </p:sp>
      <p:sp>
        <p:nvSpPr>
          <p:cNvPr id="292" name="Google Shape;292;p15"/>
          <p:cNvSpPr txBox="1"/>
          <p:nvPr/>
        </p:nvSpPr>
        <p:spPr>
          <a:xfrm>
            <a:off x="740100" y="1800775"/>
            <a:ext cx="1596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983100" y="2481425"/>
            <a:ext cx="2379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983100" y="3064550"/>
            <a:ext cx="1596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299" name="Google Shape;2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6"/>
          <p:cNvSpPr txBox="1"/>
          <p:nvPr/>
        </p:nvSpPr>
        <p:spPr>
          <a:xfrm>
            <a:off x="222250" y="1496475"/>
            <a:ext cx="33579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fr">
                <a:solidFill>
                  <a:schemeClr val="dk2"/>
                </a:solidFill>
              </a:rPr>
              <a:t>Flutter/Dart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fr">
                <a:solidFill>
                  <a:schemeClr val="dk2"/>
                </a:solidFill>
              </a:rPr>
              <a:t>Visual Studio Code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fr">
                <a:solidFill>
                  <a:schemeClr val="dk2"/>
                </a:solidFill>
              </a:rPr>
              <a:t>Canva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fr">
                <a:solidFill>
                  <a:schemeClr val="dk2"/>
                </a:solidFill>
              </a:rPr>
              <a:t>Firebase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fr">
                <a:solidFill>
                  <a:schemeClr val="dk2"/>
                </a:solidFill>
              </a:rPr>
              <a:t>FIGMA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fr">
                <a:solidFill>
                  <a:schemeClr val="dk2"/>
                </a:solidFill>
              </a:rPr>
              <a:t>Android Studio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3314700" y="73900"/>
            <a:ext cx="2514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5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Logiciels utilisés</a:t>
            </a:r>
            <a:endParaRPr b="1" sz="215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02" name="Google Shape;3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4700" y="1998575"/>
            <a:ext cx="1162050" cy="114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1263" y="3436202"/>
            <a:ext cx="1930824" cy="108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23825" y="3436200"/>
            <a:ext cx="942975" cy="141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9325" y="405050"/>
            <a:ext cx="1162051" cy="116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57850" y="3198625"/>
            <a:ext cx="1013475" cy="101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6"/>
          <p:cNvPicPr preferRelativeResize="0"/>
          <p:nvPr/>
        </p:nvPicPr>
        <p:blipFill rotWithShape="1">
          <a:blip r:embed="rId9">
            <a:alphaModFix/>
          </a:blip>
          <a:srcRect b="31086" l="0" r="0" t="0"/>
          <a:stretch/>
        </p:blipFill>
        <p:spPr>
          <a:xfrm>
            <a:off x="2898475" y="918150"/>
            <a:ext cx="1228325" cy="1234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62850" y="1496475"/>
            <a:ext cx="1162051" cy="116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313" name="Google Shape;3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938" y="583825"/>
            <a:ext cx="6418126" cy="4297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7"/>
          <p:cNvSpPr txBox="1"/>
          <p:nvPr/>
        </p:nvSpPr>
        <p:spPr>
          <a:xfrm>
            <a:off x="3057675" y="0"/>
            <a:ext cx="3371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5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Diagramme de Gantt</a:t>
            </a:r>
            <a:endParaRPr b="1" sz="215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320" name="Google Shape;3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340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8"/>
          <p:cNvSpPr txBox="1"/>
          <p:nvPr/>
        </p:nvSpPr>
        <p:spPr>
          <a:xfrm>
            <a:off x="2503800" y="269100"/>
            <a:ext cx="5945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Fonctionnalité de l’application mobile : </a:t>
            </a:r>
            <a:endParaRPr b="1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-"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Gestion des frais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-"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Ajout des frais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-"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Liste des frais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326" name="Google Shape;3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375" y="681313"/>
            <a:ext cx="3883900" cy="378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9"/>
          <p:cNvSpPr txBox="1"/>
          <p:nvPr/>
        </p:nvSpPr>
        <p:spPr>
          <a:xfrm>
            <a:off x="3314700" y="73900"/>
            <a:ext cx="2514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5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Charte graphique</a:t>
            </a:r>
            <a:endParaRPr b="1" sz="215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29" name="Google Shape;32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8675" y="1655375"/>
            <a:ext cx="4649374" cy="329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9"/>
          <p:cNvSpPr txBox="1"/>
          <p:nvPr>
            <p:ph idx="4294967295" type="subTitle"/>
          </p:nvPr>
        </p:nvSpPr>
        <p:spPr>
          <a:xfrm>
            <a:off x="1412725" y="446217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1200"/>
              <a:t>Ancienne</a:t>
            </a:r>
            <a:endParaRPr b="1" sz="1200"/>
          </a:p>
        </p:txBody>
      </p:sp>
      <p:sp>
        <p:nvSpPr>
          <p:cNvPr id="331" name="Google Shape;331;p19"/>
          <p:cNvSpPr txBox="1"/>
          <p:nvPr>
            <p:ph idx="4294967295" type="subTitle"/>
          </p:nvPr>
        </p:nvSpPr>
        <p:spPr>
          <a:xfrm>
            <a:off x="6287400" y="12964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1200"/>
              <a:t>Nouvelle</a:t>
            </a:r>
            <a:endParaRPr b="1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336" name="Google Shape;3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0"/>
          <p:cNvSpPr txBox="1"/>
          <p:nvPr/>
        </p:nvSpPr>
        <p:spPr>
          <a:xfrm>
            <a:off x="4156500" y="133025"/>
            <a:ext cx="831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5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UML</a:t>
            </a:r>
            <a:endParaRPr b="1" sz="215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38" name="Google Shape;3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4975" y="841450"/>
            <a:ext cx="5734050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343" name="Google Shape;3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1"/>
          <p:cNvSpPr txBox="1"/>
          <p:nvPr/>
        </p:nvSpPr>
        <p:spPr>
          <a:xfrm>
            <a:off x="2527400" y="1931600"/>
            <a:ext cx="86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Accueil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5" name="Google Shape;3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8849" y="302988"/>
            <a:ext cx="2206300" cy="453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3525" y="364887"/>
            <a:ext cx="2100695" cy="453752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1"/>
          <p:cNvSpPr txBox="1"/>
          <p:nvPr/>
        </p:nvSpPr>
        <p:spPr>
          <a:xfrm>
            <a:off x="277375" y="332550"/>
            <a:ext cx="29520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5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Présentation de la maquette</a:t>
            </a:r>
            <a:endParaRPr b="1" sz="215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6234425" y="1931600"/>
            <a:ext cx="86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Nuits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353" name="Google Shape;3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975" y="1272725"/>
            <a:ext cx="3648075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6125" y="1282250"/>
            <a:ext cx="3486150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6388" y="1348925"/>
            <a:ext cx="16764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2"/>
          <p:cNvSpPr txBox="1"/>
          <p:nvPr/>
        </p:nvSpPr>
        <p:spPr>
          <a:xfrm>
            <a:off x="716850" y="852650"/>
            <a:ext cx="86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KM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2554150" y="852650"/>
            <a:ext cx="86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Repas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5699550" y="852650"/>
            <a:ext cx="125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Interrogation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7788175" y="852650"/>
            <a:ext cx="86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Recap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4252513" y="852650"/>
            <a:ext cx="86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Etapes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366" name="Google Shape;3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3"/>
          <p:cNvSpPr txBox="1"/>
          <p:nvPr>
            <p:ph idx="4294967295" type="ctrTitle"/>
          </p:nvPr>
        </p:nvSpPr>
        <p:spPr>
          <a:xfrm>
            <a:off x="557975" y="963500"/>
            <a:ext cx="6122700" cy="18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Passons au test de l’application…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 de Montagne Violet – Téléchargement gratuit sur Freepik" id="372" name="Google Shape;3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4"/>
          <p:cNvSpPr txBox="1"/>
          <p:nvPr/>
        </p:nvSpPr>
        <p:spPr>
          <a:xfrm>
            <a:off x="2805300" y="1902950"/>
            <a:ext cx="35334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Conclusion</a:t>
            </a:r>
            <a:endParaRPr sz="4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4" name="Google Shape;374;p24"/>
          <p:cNvSpPr txBox="1"/>
          <p:nvPr/>
        </p:nvSpPr>
        <p:spPr>
          <a:xfrm>
            <a:off x="324900" y="3055500"/>
            <a:ext cx="4665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Difficultés :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-"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connection firebase à l’appli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